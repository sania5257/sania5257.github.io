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0" r:id="rId1"/>
  </p:sld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63" d="100"/>
          <a:sy n="63" d="100"/>
        </p:scale>
        <p:origin x="76"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4F4868-0663-210E-6392-75C5C0B9CF5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DC4E6B3-8C2B-B808-025E-396235B55B6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5707391-920D-4919-E2A1-5F04AD4C09ED}"/>
              </a:ext>
            </a:extLst>
          </p:cNvPr>
          <p:cNvSpPr>
            <a:spLocks noGrp="1"/>
          </p:cNvSpPr>
          <p:nvPr>
            <p:ph type="dt" sz="half" idx="10"/>
          </p:nvPr>
        </p:nvSpPr>
        <p:spPr/>
        <p:txBody>
          <a:bodyPr/>
          <a:lstStyle/>
          <a:p>
            <a:fld id="{652D1BE1-BF0F-42CA-B874-35C23CD67459}" type="datetimeFigureOut">
              <a:rPr lang="en-US" smtClean="0"/>
              <a:t>5/10/2026</a:t>
            </a:fld>
            <a:endParaRPr lang="en-US"/>
          </a:p>
        </p:txBody>
      </p:sp>
      <p:sp>
        <p:nvSpPr>
          <p:cNvPr id="5" name="Footer Placeholder 4">
            <a:extLst>
              <a:ext uri="{FF2B5EF4-FFF2-40B4-BE49-F238E27FC236}">
                <a16:creationId xmlns:a16="http://schemas.microsoft.com/office/drawing/2014/main" id="{E7498586-87F8-583C-140B-7DF36832ECA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3F04CB9-234F-CFB8-24F5-39776EE1EA6B}"/>
              </a:ext>
            </a:extLst>
          </p:cNvPr>
          <p:cNvSpPr>
            <a:spLocks noGrp="1"/>
          </p:cNvSpPr>
          <p:nvPr>
            <p:ph type="sldNum" sz="quarter" idx="12"/>
          </p:nvPr>
        </p:nvSpPr>
        <p:spPr/>
        <p:txBody>
          <a:bodyPr/>
          <a:lstStyle/>
          <a:p>
            <a:fld id="{E2527B92-EFB7-4B41-93DC-98B3C05DC031}" type="slidenum">
              <a:rPr lang="en-US" smtClean="0"/>
              <a:t>‹#›</a:t>
            </a:fld>
            <a:endParaRPr lang="en-US"/>
          </a:p>
        </p:txBody>
      </p:sp>
    </p:spTree>
    <p:extLst>
      <p:ext uri="{BB962C8B-B14F-4D97-AF65-F5344CB8AC3E}">
        <p14:creationId xmlns:p14="http://schemas.microsoft.com/office/powerpoint/2010/main" val="10831733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A77BF6-26E8-0547-78B8-EAC4CA4CB5E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8BD25F1-85CC-A12C-559A-DAD554884A5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6D1F2A6-D350-0D83-228A-168234324AE7}"/>
              </a:ext>
            </a:extLst>
          </p:cNvPr>
          <p:cNvSpPr>
            <a:spLocks noGrp="1"/>
          </p:cNvSpPr>
          <p:nvPr>
            <p:ph type="dt" sz="half" idx="10"/>
          </p:nvPr>
        </p:nvSpPr>
        <p:spPr/>
        <p:txBody>
          <a:bodyPr/>
          <a:lstStyle/>
          <a:p>
            <a:fld id="{652D1BE1-BF0F-42CA-B874-35C23CD67459}" type="datetimeFigureOut">
              <a:rPr lang="en-US" smtClean="0"/>
              <a:t>5/10/2026</a:t>
            </a:fld>
            <a:endParaRPr lang="en-US"/>
          </a:p>
        </p:txBody>
      </p:sp>
      <p:sp>
        <p:nvSpPr>
          <p:cNvPr id="5" name="Footer Placeholder 4">
            <a:extLst>
              <a:ext uri="{FF2B5EF4-FFF2-40B4-BE49-F238E27FC236}">
                <a16:creationId xmlns:a16="http://schemas.microsoft.com/office/drawing/2014/main" id="{E698EBBF-3A75-20F5-6E4D-7EDCA4860AE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A11317B-C50A-8443-7B48-DBC16F137EF4}"/>
              </a:ext>
            </a:extLst>
          </p:cNvPr>
          <p:cNvSpPr>
            <a:spLocks noGrp="1"/>
          </p:cNvSpPr>
          <p:nvPr>
            <p:ph type="sldNum" sz="quarter" idx="12"/>
          </p:nvPr>
        </p:nvSpPr>
        <p:spPr/>
        <p:txBody>
          <a:bodyPr/>
          <a:lstStyle/>
          <a:p>
            <a:fld id="{E2527B92-EFB7-4B41-93DC-98B3C05DC031}" type="slidenum">
              <a:rPr lang="en-US" smtClean="0"/>
              <a:t>‹#›</a:t>
            </a:fld>
            <a:endParaRPr lang="en-US"/>
          </a:p>
        </p:txBody>
      </p:sp>
    </p:spTree>
    <p:extLst>
      <p:ext uri="{BB962C8B-B14F-4D97-AF65-F5344CB8AC3E}">
        <p14:creationId xmlns:p14="http://schemas.microsoft.com/office/powerpoint/2010/main" val="11702674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FE8C02-21F4-BB7E-1D48-03CA6CEA017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46D2853-7B9D-8452-42CB-4B2CC7AA781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F6E23FE-22EE-17C4-8243-D8D0D6C2691F}"/>
              </a:ext>
            </a:extLst>
          </p:cNvPr>
          <p:cNvSpPr>
            <a:spLocks noGrp="1"/>
          </p:cNvSpPr>
          <p:nvPr>
            <p:ph type="dt" sz="half" idx="10"/>
          </p:nvPr>
        </p:nvSpPr>
        <p:spPr/>
        <p:txBody>
          <a:bodyPr/>
          <a:lstStyle/>
          <a:p>
            <a:fld id="{652D1BE1-BF0F-42CA-B874-35C23CD67459}" type="datetimeFigureOut">
              <a:rPr lang="en-US" smtClean="0"/>
              <a:t>5/10/2026</a:t>
            </a:fld>
            <a:endParaRPr lang="en-US"/>
          </a:p>
        </p:txBody>
      </p:sp>
      <p:sp>
        <p:nvSpPr>
          <p:cNvPr id="5" name="Footer Placeholder 4">
            <a:extLst>
              <a:ext uri="{FF2B5EF4-FFF2-40B4-BE49-F238E27FC236}">
                <a16:creationId xmlns:a16="http://schemas.microsoft.com/office/drawing/2014/main" id="{00C7998A-23FB-9231-A84F-AA1E2F46AFA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BF8AC0D-1A7C-1941-8811-C93ECF84707F}"/>
              </a:ext>
            </a:extLst>
          </p:cNvPr>
          <p:cNvSpPr>
            <a:spLocks noGrp="1"/>
          </p:cNvSpPr>
          <p:nvPr>
            <p:ph type="sldNum" sz="quarter" idx="12"/>
          </p:nvPr>
        </p:nvSpPr>
        <p:spPr/>
        <p:txBody>
          <a:bodyPr/>
          <a:lstStyle/>
          <a:p>
            <a:fld id="{E2527B92-EFB7-4B41-93DC-98B3C05DC031}" type="slidenum">
              <a:rPr lang="en-US" smtClean="0"/>
              <a:t>‹#›</a:t>
            </a:fld>
            <a:endParaRPr lang="en-US"/>
          </a:p>
        </p:txBody>
      </p:sp>
    </p:spTree>
    <p:extLst>
      <p:ext uri="{BB962C8B-B14F-4D97-AF65-F5344CB8AC3E}">
        <p14:creationId xmlns:p14="http://schemas.microsoft.com/office/powerpoint/2010/main" val="35669593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FF32E6-2887-3703-183A-0097FA1E402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52E3C5E-E7EA-3902-90BD-0616410306F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10CFD5A-0568-09A3-E9D3-A8515ACB357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E0D46EC-977B-B01F-D72F-D9E5822EF497}"/>
              </a:ext>
            </a:extLst>
          </p:cNvPr>
          <p:cNvSpPr>
            <a:spLocks noGrp="1"/>
          </p:cNvSpPr>
          <p:nvPr>
            <p:ph type="dt" sz="half" idx="10"/>
          </p:nvPr>
        </p:nvSpPr>
        <p:spPr/>
        <p:txBody>
          <a:bodyPr/>
          <a:lstStyle/>
          <a:p>
            <a:fld id="{652D1BE1-BF0F-42CA-B874-35C23CD67459}" type="datetimeFigureOut">
              <a:rPr lang="en-US" smtClean="0"/>
              <a:t>5/10/2026</a:t>
            </a:fld>
            <a:endParaRPr lang="en-US"/>
          </a:p>
        </p:txBody>
      </p:sp>
      <p:sp>
        <p:nvSpPr>
          <p:cNvPr id="6" name="Footer Placeholder 5">
            <a:extLst>
              <a:ext uri="{FF2B5EF4-FFF2-40B4-BE49-F238E27FC236}">
                <a16:creationId xmlns:a16="http://schemas.microsoft.com/office/drawing/2014/main" id="{3696D915-ED32-7EB5-9261-117F2F9AE3F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88A7506-2305-1FC1-0F22-4735CC24D493}"/>
              </a:ext>
            </a:extLst>
          </p:cNvPr>
          <p:cNvSpPr>
            <a:spLocks noGrp="1"/>
          </p:cNvSpPr>
          <p:nvPr>
            <p:ph type="sldNum" sz="quarter" idx="12"/>
          </p:nvPr>
        </p:nvSpPr>
        <p:spPr/>
        <p:txBody>
          <a:bodyPr/>
          <a:lstStyle/>
          <a:p>
            <a:fld id="{E2527B92-EFB7-4B41-93DC-98B3C05DC031}" type="slidenum">
              <a:rPr lang="en-US" smtClean="0"/>
              <a:t>‹#›</a:t>
            </a:fld>
            <a:endParaRPr lang="en-US"/>
          </a:p>
        </p:txBody>
      </p:sp>
    </p:spTree>
    <p:extLst>
      <p:ext uri="{BB962C8B-B14F-4D97-AF65-F5344CB8AC3E}">
        <p14:creationId xmlns:p14="http://schemas.microsoft.com/office/powerpoint/2010/main" val="24230494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A4C11D-BCFE-3474-2529-D712A80371E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D97975A-C576-3985-72D4-5E4EC602EC7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3168607-E19E-37F0-45D7-215BD8DA416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08DE66E-6B3B-5A30-F6F3-AA1C8D8564C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CDBC9DD-74CF-A82C-C8C0-987EE2C250E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9DA85DD-3FDF-0C25-F6CA-E3428034644A}"/>
              </a:ext>
            </a:extLst>
          </p:cNvPr>
          <p:cNvSpPr>
            <a:spLocks noGrp="1"/>
          </p:cNvSpPr>
          <p:nvPr>
            <p:ph type="dt" sz="half" idx="10"/>
          </p:nvPr>
        </p:nvSpPr>
        <p:spPr/>
        <p:txBody>
          <a:bodyPr/>
          <a:lstStyle/>
          <a:p>
            <a:fld id="{652D1BE1-BF0F-42CA-B874-35C23CD67459}" type="datetimeFigureOut">
              <a:rPr lang="en-US" smtClean="0"/>
              <a:t>5/10/2026</a:t>
            </a:fld>
            <a:endParaRPr lang="en-US"/>
          </a:p>
        </p:txBody>
      </p:sp>
      <p:sp>
        <p:nvSpPr>
          <p:cNvPr id="8" name="Footer Placeholder 7">
            <a:extLst>
              <a:ext uri="{FF2B5EF4-FFF2-40B4-BE49-F238E27FC236}">
                <a16:creationId xmlns:a16="http://schemas.microsoft.com/office/drawing/2014/main" id="{1C068A89-A2AF-6937-D362-B876F553556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C46B9D4-8FC1-D9F3-AD37-12A32E4BB8E8}"/>
              </a:ext>
            </a:extLst>
          </p:cNvPr>
          <p:cNvSpPr>
            <a:spLocks noGrp="1"/>
          </p:cNvSpPr>
          <p:nvPr>
            <p:ph type="sldNum" sz="quarter" idx="12"/>
          </p:nvPr>
        </p:nvSpPr>
        <p:spPr/>
        <p:txBody>
          <a:bodyPr/>
          <a:lstStyle/>
          <a:p>
            <a:fld id="{E2527B92-EFB7-4B41-93DC-98B3C05DC031}" type="slidenum">
              <a:rPr lang="en-US" smtClean="0"/>
              <a:t>‹#›</a:t>
            </a:fld>
            <a:endParaRPr lang="en-US"/>
          </a:p>
        </p:txBody>
      </p:sp>
    </p:spTree>
    <p:extLst>
      <p:ext uri="{BB962C8B-B14F-4D97-AF65-F5344CB8AC3E}">
        <p14:creationId xmlns:p14="http://schemas.microsoft.com/office/powerpoint/2010/main" val="16707228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777C74-7335-B8B2-1A93-E3DCCC7B81D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EE46BC4-203B-4D81-6BC1-6AB61421A5CD}"/>
              </a:ext>
            </a:extLst>
          </p:cNvPr>
          <p:cNvSpPr>
            <a:spLocks noGrp="1"/>
          </p:cNvSpPr>
          <p:nvPr>
            <p:ph type="dt" sz="half" idx="10"/>
          </p:nvPr>
        </p:nvSpPr>
        <p:spPr/>
        <p:txBody>
          <a:bodyPr/>
          <a:lstStyle/>
          <a:p>
            <a:fld id="{652D1BE1-BF0F-42CA-B874-35C23CD67459}" type="datetimeFigureOut">
              <a:rPr lang="en-US" smtClean="0"/>
              <a:t>5/10/2026</a:t>
            </a:fld>
            <a:endParaRPr lang="en-US"/>
          </a:p>
        </p:txBody>
      </p:sp>
      <p:sp>
        <p:nvSpPr>
          <p:cNvPr id="4" name="Footer Placeholder 3">
            <a:extLst>
              <a:ext uri="{FF2B5EF4-FFF2-40B4-BE49-F238E27FC236}">
                <a16:creationId xmlns:a16="http://schemas.microsoft.com/office/drawing/2014/main" id="{15FF70C9-44BC-9F3E-2691-40C20A91E5C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8D1FB05-FF7A-3081-FD25-18AE650F8EA6}"/>
              </a:ext>
            </a:extLst>
          </p:cNvPr>
          <p:cNvSpPr>
            <a:spLocks noGrp="1"/>
          </p:cNvSpPr>
          <p:nvPr>
            <p:ph type="sldNum" sz="quarter" idx="12"/>
          </p:nvPr>
        </p:nvSpPr>
        <p:spPr/>
        <p:txBody>
          <a:bodyPr/>
          <a:lstStyle/>
          <a:p>
            <a:fld id="{E2527B92-EFB7-4B41-93DC-98B3C05DC031}" type="slidenum">
              <a:rPr lang="en-US" smtClean="0"/>
              <a:t>‹#›</a:t>
            </a:fld>
            <a:endParaRPr lang="en-US"/>
          </a:p>
        </p:txBody>
      </p:sp>
    </p:spTree>
    <p:extLst>
      <p:ext uri="{BB962C8B-B14F-4D97-AF65-F5344CB8AC3E}">
        <p14:creationId xmlns:p14="http://schemas.microsoft.com/office/powerpoint/2010/main" val="33907884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D32F0F7-DF57-F2FE-5AAE-F11C43989C9D}"/>
              </a:ext>
            </a:extLst>
          </p:cNvPr>
          <p:cNvSpPr>
            <a:spLocks noGrp="1"/>
          </p:cNvSpPr>
          <p:nvPr>
            <p:ph type="dt" sz="half" idx="10"/>
          </p:nvPr>
        </p:nvSpPr>
        <p:spPr/>
        <p:txBody>
          <a:bodyPr/>
          <a:lstStyle/>
          <a:p>
            <a:fld id="{652D1BE1-BF0F-42CA-B874-35C23CD67459}" type="datetimeFigureOut">
              <a:rPr lang="en-US" smtClean="0"/>
              <a:t>5/10/2026</a:t>
            </a:fld>
            <a:endParaRPr lang="en-US"/>
          </a:p>
        </p:txBody>
      </p:sp>
      <p:sp>
        <p:nvSpPr>
          <p:cNvPr id="3" name="Footer Placeholder 2">
            <a:extLst>
              <a:ext uri="{FF2B5EF4-FFF2-40B4-BE49-F238E27FC236}">
                <a16:creationId xmlns:a16="http://schemas.microsoft.com/office/drawing/2014/main" id="{F599CCF4-7309-16A6-C6AB-53C7AA28594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9334EFA-E5B4-E7F4-BEB3-0876411A3CE6}"/>
              </a:ext>
            </a:extLst>
          </p:cNvPr>
          <p:cNvSpPr>
            <a:spLocks noGrp="1"/>
          </p:cNvSpPr>
          <p:nvPr>
            <p:ph type="sldNum" sz="quarter" idx="12"/>
          </p:nvPr>
        </p:nvSpPr>
        <p:spPr/>
        <p:txBody>
          <a:bodyPr/>
          <a:lstStyle/>
          <a:p>
            <a:fld id="{E2527B92-EFB7-4B41-93DC-98B3C05DC031}" type="slidenum">
              <a:rPr lang="en-US" smtClean="0"/>
              <a:t>‹#›</a:t>
            </a:fld>
            <a:endParaRPr lang="en-US"/>
          </a:p>
        </p:txBody>
      </p:sp>
    </p:spTree>
    <p:extLst>
      <p:ext uri="{BB962C8B-B14F-4D97-AF65-F5344CB8AC3E}">
        <p14:creationId xmlns:p14="http://schemas.microsoft.com/office/powerpoint/2010/main" val="7156304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5C0076-2D7C-0FA1-FD3E-811F9F8E8D1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F21DC92-9937-67A8-F68D-820465CA47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3BC5C5B-F989-AE2D-102B-766532002D5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AF07EDF-A28C-5719-1AC7-102BA9738701}"/>
              </a:ext>
            </a:extLst>
          </p:cNvPr>
          <p:cNvSpPr>
            <a:spLocks noGrp="1"/>
          </p:cNvSpPr>
          <p:nvPr>
            <p:ph type="dt" sz="half" idx="10"/>
          </p:nvPr>
        </p:nvSpPr>
        <p:spPr/>
        <p:txBody>
          <a:bodyPr/>
          <a:lstStyle/>
          <a:p>
            <a:fld id="{652D1BE1-BF0F-42CA-B874-35C23CD67459}" type="datetimeFigureOut">
              <a:rPr lang="en-US" smtClean="0"/>
              <a:t>5/10/2026</a:t>
            </a:fld>
            <a:endParaRPr lang="en-US"/>
          </a:p>
        </p:txBody>
      </p:sp>
      <p:sp>
        <p:nvSpPr>
          <p:cNvPr id="6" name="Footer Placeholder 5">
            <a:extLst>
              <a:ext uri="{FF2B5EF4-FFF2-40B4-BE49-F238E27FC236}">
                <a16:creationId xmlns:a16="http://schemas.microsoft.com/office/drawing/2014/main" id="{19306A0B-EB31-F503-8D9D-D25A6F5FE79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7996FDC-A98F-8867-0210-2AA1D63658C3}"/>
              </a:ext>
            </a:extLst>
          </p:cNvPr>
          <p:cNvSpPr>
            <a:spLocks noGrp="1"/>
          </p:cNvSpPr>
          <p:nvPr>
            <p:ph type="sldNum" sz="quarter" idx="12"/>
          </p:nvPr>
        </p:nvSpPr>
        <p:spPr/>
        <p:txBody>
          <a:bodyPr/>
          <a:lstStyle/>
          <a:p>
            <a:fld id="{E2527B92-EFB7-4B41-93DC-98B3C05DC031}" type="slidenum">
              <a:rPr lang="en-US" smtClean="0"/>
              <a:t>‹#›</a:t>
            </a:fld>
            <a:endParaRPr lang="en-US"/>
          </a:p>
        </p:txBody>
      </p:sp>
    </p:spTree>
    <p:extLst>
      <p:ext uri="{BB962C8B-B14F-4D97-AF65-F5344CB8AC3E}">
        <p14:creationId xmlns:p14="http://schemas.microsoft.com/office/powerpoint/2010/main" val="3824850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21CD49-90A2-9A50-87FD-8F687B7C23B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D3B43F1-BCB3-66DA-95F7-E78FE837BF1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AD628FD-983C-C297-B7B0-EFAA8FCC7D7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076A911-222E-B2EA-F263-4B21ED53174B}"/>
              </a:ext>
            </a:extLst>
          </p:cNvPr>
          <p:cNvSpPr>
            <a:spLocks noGrp="1"/>
          </p:cNvSpPr>
          <p:nvPr>
            <p:ph type="dt" sz="half" idx="10"/>
          </p:nvPr>
        </p:nvSpPr>
        <p:spPr/>
        <p:txBody>
          <a:bodyPr/>
          <a:lstStyle/>
          <a:p>
            <a:fld id="{652D1BE1-BF0F-42CA-B874-35C23CD67459}" type="datetimeFigureOut">
              <a:rPr lang="en-US" smtClean="0"/>
              <a:t>5/10/2026</a:t>
            </a:fld>
            <a:endParaRPr lang="en-US"/>
          </a:p>
        </p:txBody>
      </p:sp>
      <p:sp>
        <p:nvSpPr>
          <p:cNvPr id="6" name="Footer Placeholder 5">
            <a:extLst>
              <a:ext uri="{FF2B5EF4-FFF2-40B4-BE49-F238E27FC236}">
                <a16:creationId xmlns:a16="http://schemas.microsoft.com/office/drawing/2014/main" id="{B9FD190D-B041-E309-92F7-B49A25C9DAD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2436907-FF6C-9A48-9543-C9B32549F69E}"/>
              </a:ext>
            </a:extLst>
          </p:cNvPr>
          <p:cNvSpPr>
            <a:spLocks noGrp="1"/>
          </p:cNvSpPr>
          <p:nvPr>
            <p:ph type="sldNum" sz="quarter" idx="12"/>
          </p:nvPr>
        </p:nvSpPr>
        <p:spPr/>
        <p:txBody>
          <a:bodyPr/>
          <a:lstStyle/>
          <a:p>
            <a:fld id="{E2527B92-EFB7-4B41-93DC-98B3C05DC031}" type="slidenum">
              <a:rPr lang="en-US" smtClean="0"/>
              <a:t>‹#›</a:t>
            </a:fld>
            <a:endParaRPr lang="en-US"/>
          </a:p>
        </p:txBody>
      </p:sp>
    </p:spTree>
    <p:extLst>
      <p:ext uri="{BB962C8B-B14F-4D97-AF65-F5344CB8AC3E}">
        <p14:creationId xmlns:p14="http://schemas.microsoft.com/office/powerpoint/2010/main" val="494626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9FFBF9-1254-0BB7-FF35-3D16E1197BB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02D1F46-493D-209B-871A-C826A981DEE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CEA32DA-F0E7-5EEB-139E-054EBBDB026B}"/>
              </a:ext>
            </a:extLst>
          </p:cNvPr>
          <p:cNvSpPr>
            <a:spLocks noGrp="1"/>
          </p:cNvSpPr>
          <p:nvPr>
            <p:ph type="dt" sz="half" idx="10"/>
          </p:nvPr>
        </p:nvSpPr>
        <p:spPr/>
        <p:txBody>
          <a:bodyPr/>
          <a:lstStyle/>
          <a:p>
            <a:fld id="{652D1BE1-BF0F-42CA-B874-35C23CD67459}" type="datetimeFigureOut">
              <a:rPr lang="en-US" smtClean="0"/>
              <a:t>5/10/2026</a:t>
            </a:fld>
            <a:endParaRPr lang="en-US"/>
          </a:p>
        </p:txBody>
      </p:sp>
      <p:sp>
        <p:nvSpPr>
          <p:cNvPr id="5" name="Footer Placeholder 4">
            <a:extLst>
              <a:ext uri="{FF2B5EF4-FFF2-40B4-BE49-F238E27FC236}">
                <a16:creationId xmlns:a16="http://schemas.microsoft.com/office/drawing/2014/main" id="{63BEC124-CE21-B43A-FB5E-4B958BAB0C9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3D507C2-47F0-D83E-3D14-D06CE04A6D69}"/>
              </a:ext>
            </a:extLst>
          </p:cNvPr>
          <p:cNvSpPr>
            <a:spLocks noGrp="1"/>
          </p:cNvSpPr>
          <p:nvPr>
            <p:ph type="sldNum" sz="quarter" idx="12"/>
          </p:nvPr>
        </p:nvSpPr>
        <p:spPr/>
        <p:txBody>
          <a:bodyPr/>
          <a:lstStyle/>
          <a:p>
            <a:fld id="{E2527B92-EFB7-4B41-93DC-98B3C05DC031}" type="slidenum">
              <a:rPr lang="en-US" smtClean="0"/>
              <a:t>‹#›</a:t>
            </a:fld>
            <a:endParaRPr lang="en-US"/>
          </a:p>
        </p:txBody>
      </p:sp>
    </p:spTree>
    <p:extLst>
      <p:ext uri="{BB962C8B-B14F-4D97-AF65-F5344CB8AC3E}">
        <p14:creationId xmlns:p14="http://schemas.microsoft.com/office/powerpoint/2010/main" val="7843549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74E630B-16BF-1A58-BCB8-020EB6A5D93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F089114-C0C7-BA9D-5017-1875B67711D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0F4FDEB-3CD8-8127-0775-9B9180807BC5}"/>
              </a:ext>
            </a:extLst>
          </p:cNvPr>
          <p:cNvSpPr>
            <a:spLocks noGrp="1"/>
          </p:cNvSpPr>
          <p:nvPr>
            <p:ph type="dt" sz="half" idx="10"/>
          </p:nvPr>
        </p:nvSpPr>
        <p:spPr/>
        <p:txBody>
          <a:bodyPr/>
          <a:lstStyle/>
          <a:p>
            <a:fld id="{652D1BE1-BF0F-42CA-B874-35C23CD67459}" type="datetimeFigureOut">
              <a:rPr lang="en-US" smtClean="0"/>
              <a:t>5/10/2026</a:t>
            </a:fld>
            <a:endParaRPr lang="en-US"/>
          </a:p>
        </p:txBody>
      </p:sp>
      <p:sp>
        <p:nvSpPr>
          <p:cNvPr id="5" name="Footer Placeholder 4">
            <a:extLst>
              <a:ext uri="{FF2B5EF4-FFF2-40B4-BE49-F238E27FC236}">
                <a16:creationId xmlns:a16="http://schemas.microsoft.com/office/drawing/2014/main" id="{772CFC1D-C851-5F9C-C8AC-ACF57EAFCCC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BCB484-392A-5767-B0AD-BB2F15ABC53F}"/>
              </a:ext>
            </a:extLst>
          </p:cNvPr>
          <p:cNvSpPr>
            <a:spLocks noGrp="1"/>
          </p:cNvSpPr>
          <p:nvPr>
            <p:ph type="sldNum" sz="quarter" idx="12"/>
          </p:nvPr>
        </p:nvSpPr>
        <p:spPr/>
        <p:txBody>
          <a:bodyPr/>
          <a:lstStyle/>
          <a:p>
            <a:fld id="{E2527B92-EFB7-4B41-93DC-98B3C05DC031}" type="slidenum">
              <a:rPr lang="en-US" smtClean="0"/>
              <a:t>‹#›</a:t>
            </a:fld>
            <a:endParaRPr lang="en-US"/>
          </a:p>
        </p:txBody>
      </p:sp>
    </p:spTree>
    <p:extLst>
      <p:ext uri="{BB962C8B-B14F-4D97-AF65-F5344CB8AC3E}">
        <p14:creationId xmlns:p14="http://schemas.microsoft.com/office/powerpoint/2010/main" val="27904551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55137A7-0E23-7FD3-337A-ACFA2BAB4E0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4875CFC-5103-A5F0-AC15-3BDD693C9F3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CFBCDA8-A436-9274-B281-F9EFD57F65D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52D1BE1-BF0F-42CA-B874-35C23CD67459}" type="datetimeFigureOut">
              <a:rPr lang="en-US" smtClean="0"/>
              <a:t>5/10/2026</a:t>
            </a:fld>
            <a:endParaRPr lang="en-US"/>
          </a:p>
        </p:txBody>
      </p:sp>
      <p:sp>
        <p:nvSpPr>
          <p:cNvPr id="5" name="Footer Placeholder 4">
            <a:extLst>
              <a:ext uri="{FF2B5EF4-FFF2-40B4-BE49-F238E27FC236}">
                <a16:creationId xmlns:a16="http://schemas.microsoft.com/office/drawing/2014/main" id="{6C9735D2-6DE2-8213-FACF-202D62E170B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67ADA31-9137-564B-7732-BDD088BF5C3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2527B92-EFB7-4B41-93DC-98B3C05DC031}" type="slidenum">
              <a:rPr lang="en-US" smtClean="0"/>
              <a:t>‹#›</a:t>
            </a:fld>
            <a:endParaRPr lang="en-US"/>
          </a:p>
        </p:txBody>
      </p:sp>
    </p:spTree>
    <p:extLst>
      <p:ext uri="{BB962C8B-B14F-4D97-AF65-F5344CB8AC3E}">
        <p14:creationId xmlns:p14="http://schemas.microsoft.com/office/powerpoint/2010/main" val="3545159042"/>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Layout" Target="../slideLayouts/slideLayout7.xml"/><Relationship Id="rId5" Type="http://schemas.openxmlformats.org/officeDocument/2006/relationships/image" Target="../media/image7.jpe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75000"/>
            <a:lum/>
          </a:blip>
          <a:srcRect/>
          <a:stretch>
            <a:fillRect l="-19000" r="-19000"/>
          </a:stretch>
        </a:blip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E2B2319-74EC-E8C0-2115-20F6630B955D}"/>
              </a:ext>
            </a:extLst>
          </p:cNvPr>
          <p:cNvSpPr txBox="1"/>
          <p:nvPr/>
        </p:nvSpPr>
        <p:spPr>
          <a:xfrm>
            <a:off x="2496820" y="129540"/>
            <a:ext cx="8625840" cy="1938992"/>
          </a:xfrm>
          <a:prstGeom prst="rect">
            <a:avLst/>
          </a:prstGeom>
          <a:noFill/>
        </p:spPr>
        <p:txBody>
          <a:bodyPr wrap="square" rtlCol="0">
            <a:spAutoFit/>
          </a:bodyPr>
          <a:lstStyle/>
          <a:p>
            <a:r>
              <a:rPr lang="en-US" sz="6000" dirty="0">
                <a:solidFill>
                  <a:srgbClr val="FFC000"/>
                </a:solidFill>
                <a:effectLst>
                  <a:outerShdw blurRad="38100" dist="38100" dir="2700000" algn="tl">
                    <a:srgbClr val="000000">
                      <a:alpha val="43137"/>
                    </a:srgbClr>
                  </a:outerShdw>
                </a:effectLst>
                <a:latin typeface="Arial Rounded MT Bold" panose="020F0704030504030204" pitchFamily="34" charset="0"/>
              </a:rPr>
              <a:t>MATHEMATICS IN SPACE EXPLORATION</a:t>
            </a:r>
          </a:p>
        </p:txBody>
      </p:sp>
      <p:sp>
        <p:nvSpPr>
          <p:cNvPr id="5" name="TextBox 4">
            <a:extLst>
              <a:ext uri="{FF2B5EF4-FFF2-40B4-BE49-F238E27FC236}">
                <a16:creationId xmlns:a16="http://schemas.microsoft.com/office/drawing/2014/main" id="{DFB5EBA4-839F-DC86-D7FC-C183F1871E56}"/>
              </a:ext>
            </a:extLst>
          </p:cNvPr>
          <p:cNvSpPr txBox="1"/>
          <p:nvPr/>
        </p:nvSpPr>
        <p:spPr>
          <a:xfrm>
            <a:off x="1536700" y="2333685"/>
            <a:ext cx="9359900" cy="4524315"/>
          </a:xfrm>
          <a:prstGeom prst="rect">
            <a:avLst/>
          </a:prstGeom>
          <a:noFill/>
        </p:spPr>
        <p:txBody>
          <a:bodyPr wrap="square" rtlCol="0">
            <a:spAutoFit/>
          </a:bodyPr>
          <a:lstStyle/>
          <a:p>
            <a:r>
              <a:rPr lang="en-US" sz="3600" dirty="0">
                <a:solidFill>
                  <a:schemeClr val="accent4">
                    <a:lumMod val="60000"/>
                    <a:lumOff val="40000"/>
                  </a:schemeClr>
                </a:solidFill>
                <a:effectLst/>
                <a:latin typeface="Arial Rounded MT Bold" panose="020F0704030504030204" pitchFamily="34" charset="0"/>
                <a:ea typeface="Calibri" panose="020F0502020204030204" pitchFamily="34" charset="0"/>
                <a:cs typeface="Arial" panose="020B0604020202020204" pitchFamily="34" charset="0"/>
              </a:rPr>
              <a:t>. Mathematics is the foundation of space exploration, as it enables the prediction of orbital motion, ensures precise trajectory and timing in missions, and powers the navigation and computational systems required to operate spacecraft effectively.</a:t>
            </a:r>
          </a:p>
          <a:p>
            <a:endParaRPr lang="en-US" sz="3600" dirty="0">
              <a:solidFill>
                <a:schemeClr val="accent2">
                  <a:lumMod val="20000"/>
                  <a:lumOff val="80000"/>
                </a:schemeClr>
              </a:solidFill>
              <a:latin typeface="Arial Rounded MT Bold" panose="020F0704030504030204" pitchFamily="34" charset="0"/>
            </a:endParaRPr>
          </a:p>
        </p:txBody>
      </p:sp>
    </p:spTree>
    <p:extLst>
      <p:ext uri="{BB962C8B-B14F-4D97-AF65-F5344CB8AC3E}">
        <p14:creationId xmlns:p14="http://schemas.microsoft.com/office/powerpoint/2010/main" val="114862754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p:cTn id="7" dur="1000" fill="hold"/>
                                        <p:tgtEl>
                                          <p:spTgt spid="4">
                                            <p:txEl>
                                              <p:pRg st="0" end="0"/>
                                            </p:txEl>
                                          </p:spTgt>
                                        </p:tgtEl>
                                        <p:attrNameLst>
                                          <p:attrName>ppt_w</p:attrName>
                                        </p:attrNameLst>
                                      </p:cBhvr>
                                      <p:tavLst>
                                        <p:tav tm="0">
                                          <p:val>
                                            <p:fltVal val="0"/>
                                          </p:val>
                                        </p:tav>
                                        <p:tav tm="100000">
                                          <p:val>
                                            <p:strVal val="#ppt_w"/>
                                          </p:val>
                                        </p:tav>
                                      </p:tavLst>
                                    </p:anim>
                                    <p:anim calcmode="lin" valueType="num">
                                      <p:cBhvr>
                                        <p:cTn id="8" dur="1000" fill="hold"/>
                                        <p:tgtEl>
                                          <p:spTgt spid="4">
                                            <p:txEl>
                                              <p:pRg st="0" end="0"/>
                                            </p:txEl>
                                          </p:spTgt>
                                        </p:tgtEl>
                                        <p:attrNameLst>
                                          <p:attrName>ppt_h</p:attrName>
                                        </p:attrNameLst>
                                      </p:cBhvr>
                                      <p:tavLst>
                                        <p:tav tm="0">
                                          <p:val>
                                            <p:fltVal val="0"/>
                                          </p:val>
                                        </p:tav>
                                        <p:tav tm="100000">
                                          <p:val>
                                            <p:strVal val="#ppt_h"/>
                                          </p:val>
                                        </p:tav>
                                      </p:tavLst>
                                    </p:anim>
                                    <p:anim calcmode="lin" valueType="num">
                                      <p:cBhvr>
                                        <p:cTn id="9" dur="1000" fill="hold"/>
                                        <p:tgtEl>
                                          <p:spTgt spid="4">
                                            <p:txEl>
                                              <p:pRg st="0" end="0"/>
                                            </p:txEl>
                                          </p:spTgt>
                                        </p:tgtEl>
                                        <p:attrNameLst>
                                          <p:attrName>style.rotation</p:attrName>
                                        </p:attrNameLst>
                                      </p:cBhvr>
                                      <p:tavLst>
                                        <p:tav tm="0">
                                          <p:val>
                                            <p:fltVal val="90"/>
                                          </p:val>
                                        </p:tav>
                                        <p:tav tm="100000">
                                          <p:val>
                                            <p:fltVal val="0"/>
                                          </p:val>
                                        </p:tav>
                                      </p:tavLst>
                                    </p:anim>
                                    <p:animEffect transition="in" filter="fade">
                                      <p:cBhvr>
                                        <p:cTn id="10" dur="1000"/>
                                        <p:tgtEl>
                                          <p:spTgt spid="4">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additive="base">
                                        <p:cTn id="15" dur="500" fill="hold"/>
                                        <p:tgtEl>
                                          <p:spTgt spid="5"/>
                                        </p:tgtEl>
                                        <p:attrNameLst>
                                          <p:attrName>ppt_x</p:attrName>
                                        </p:attrNameLst>
                                      </p:cBhvr>
                                      <p:tavLst>
                                        <p:tav tm="0">
                                          <p:val>
                                            <p:strVal val="#ppt_x"/>
                                          </p:val>
                                        </p:tav>
                                        <p:tav tm="100000">
                                          <p:val>
                                            <p:strVal val="#ppt_x"/>
                                          </p:val>
                                        </p:tav>
                                      </p:tavLst>
                                    </p:anim>
                                    <p:anim calcmode="lin" valueType="num">
                                      <p:cBhvr additive="base">
                                        <p:cTn id="16"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3000" r="-3000"/>
          </a:stretch>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CF197D8-A8BC-1AAD-EC1A-B3B5440C5505}"/>
              </a:ext>
            </a:extLst>
          </p:cNvPr>
          <p:cNvSpPr txBox="1"/>
          <p:nvPr/>
        </p:nvSpPr>
        <p:spPr>
          <a:xfrm>
            <a:off x="142240" y="111760"/>
            <a:ext cx="7203440" cy="1569660"/>
          </a:xfrm>
          <a:prstGeom prst="rect">
            <a:avLst/>
          </a:prstGeom>
          <a:noFill/>
        </p:spPr>
        <p:txBody>
          <a:bodyPr wrap="square" rtlCol="0">
            <a:spAutoFit/>
          </a:bodyPr>
          <a:lstStyle/>
          <a:p>
            <a:r>
              <a:rPr lang="en-US" sz="4800" dirty="0">
                <a:highlight>
                  <a:srgbClr val="00FFFF"/>
                </a:highlight>
                <a:latin typeface="Cooper Black" panose="0208090404030B020404" pitchFamily="18" charset="0"/>
              </a:rPr>
              <a:t>ORBITAL MECHANICS</a:t>
            </a:r>
          </a:p>
        </p:txBody>
      </p:sp>
      <p:sp>
        <p:nvSpPr>
          <p:cNvPr id="3" name="TextBox 2">
            <a:extLst>
              <a:ext uri="{FF2B5EF4-FFF2-40B4-BE49-F238E27FC236}">
                <a16:creationId xmlns:a16="http://schemas.microsoft.com/office/drawing/2014/main" id="{4671A8E8-EB9E-3E0F-4AD3-85140DBD5354}"/>
              </a:ext>
            </a:extLst>
          </p:cNvPr>
          <p:cNvSpPr txBox="1"/>
          <p:nvPr/>
        </p:nvSpPr>
        <p:spPr>
          <a:xfrm>
            <a:off x="2858619" y="1984276"/>
            <a:ext cx="6075680" cy="2308324"/>
          </a:xfrm>
          <a:prstGeom prst="rect">
            <a:avLst/>
          </a:prstGeom>
          <a:noFill/>
        </p:spPr>
        <p:txBody>
          <a:bodyPr wrap="square" rtlCol="0">
            <a:spAutoFit/>
          </a:bodyPr>
          <a:lstStyle/>
          <a:p>
            <a:pPr marL="285750" indent="-285750">
              <a:buFont typeface="Arial" panose="020B0604020202020204" pitchFamily="34" charset="0"/>
              <a:buChar char="•"/>
            </a:pPr>
            <a:r>
              <a:rPr lang="en-US" sz="4800" dirty="0">
                <a:solidFill>
                  <a:schemeClr val="accent1">
                    <a:lumMod val="60000"/>
                    <a:lumOff val="40000"/>
                  </a:schemeClr>
                </a:solidFill>
                <a:latin typeface="Arial Black" panose="020B0A04020102020204" pitchFamily="34" charset="0"/>
              </a:rPr>
              <a:t>Calculus</a:t>
            </a:r>
          </a:p>
          <a:p>
            <a:pPr marL="285750" indent="-285750">
              <a:buFont typeface="Arial" panose="020B0604020202020204" pitchFamily="34" charset="0"/>
              <a:buChar char="•"/>
            </a:pPr>
            <a:r>
              <a:rPr lang="en-US" sz="4800" dirty="0">
                <a:solidFill>
                  <a:schemeClr val="accent1">
                    <a:lumMod val="60000"/>
                    <a:lumOff val="40000"/>
                  </a:schemeClr>
                </a:solidFill>
                <a:latin typeface="Arial Black" panose="020B0A04020102020204" pitchFamily="34" charset="0"/>
              </a:rPr>
              <a:t>Algebra</a:t>
            </a:r>
          </a:p>
          <a:p>
            <a:pPr marL="285750" indent="-285750">
              <a:buFont typeface="Arial" panose="020B0604020202020204" pitchFamily="34" charset="0"/>
              <a:buChar char="•"/>
            </a:pPr>
            <a:r>
              <a:rPr lang="en-US" sz="4800" dirty="0">
                <a:solidFill>
                  <a:schemeClr val="accent1">
                    <a:lumMod val="60000"/>
                    <a:lumOff val="40000"/>
                  </a:schemeClr>
                </a:solidFill>
                <a:latin typeface="Arial Black" panose="020B0A04020102020204" pitchFamily="34" charset="0"/>
              </a:rPr>
              <a:t>Geometry</a:t>
            </a:r>
          </a:p>
        </p:txBody>
      </p:sp>
      <p:pic>
        <p:nvPicPr>
          <p:cNvPr id="5" name="Picture 4">
            <a:extLst>
              <a:ext uri="{FF2B5EF4-FFF2-40B4-BE49-F238E27FC236}">
                <a16:creationId xmlns:a16="http://schemas.microsoft.com/office/drawing/2014/main" id="{78B59717-B097-E3CD-A52A-EA2169985F9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134502" y="1438713"/>
            <a:ext cx="3955898" cy="3196251"/>
          </a:xfrm>
          <a:prstGeom prst="rect">
            <a:avLst/>
          </a:prstGeom>
          <a:ln>
            <a:noFill/>
          </a:ln>
          <a:effectLst>
            <a:glow rad="1905000">
              <a:schemeClr val="accent1">
                <a:alpha val="40000"/>
              </a:schemeClr>
            </a:glow>
            <a:outerShdw blurRad="1270000" dist="50800" dir="5400000" sx="1000" sy="1000" algn="ctr" rotWithShape="0">
              <a:srgbClr val="000000"/>
            </a:outerShdw>
            <a:reflection endPos="0" dist="50800" dir="5400000" sy="-100000" algn="bl" rotWithShape="0"/>
            <a:softEdge rad="112500"/>
          </a:effectLst>
        </p:spPr>
      </p:pic>
    </p:spTree>
    <p:extLst>
      <p:ext uri="{BB962C8B-B14F-4D97-AF65-F5344CB8AC3E}">
        <p14:creationId xmlns:p14="http://schemas.microsoft.com/office/powerpoint/2010/main" val="2624049824"/>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barn(inVertical)">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p:cTn id="12" dur="500" fill="hold"/>
                                        <p:tgtEl>
                                          <p:spTgt spid="5"/>
                                        </p:tgtEl>
                                        <p:attrNameLst>
                                          <p:attrName>ppt_w</p:attrName>
                                        </p:attrNameLst>
                                      </p:cBhvr>
                                      <p:tavLst>
                                        <p:tav tm="0">
                                          <p:val>
                                            <p:fltVal val="0"/>
                                          </p:val>
                                        </p:tav>
                                        <p:tav tm="100000">
                                          <p:val>
                                            <p:strVal val="#ppt_w"/>
                                          </p:val>
                                        </p:tav>
                                      </p:tavLst>
                                    </p:anim>
                                    <p:anim calcmode="lin" valueType="num">
                                      <p:cBhvr>
                                        <p:cTn id="13" dur="500" fill="hold"/>
                                        <p:tgtEl>
                                          <p:spTgt spid="5"/>
                                        </p:tgtEl>
                                        <p:attrNameLst>
                                          <p:attrName>ppt_h</p:attrName>
                                        </p:attrNameLst>
                                      </p:cBhvr>
                                      <p:tavLst>
                                        <p:tav tm="0">
                                          <p:val>
                                            <p:fltVal val="0"/>
                                          </p:val>
                                        </p:tav>
                                        <p:tav tm="100000">
                                          <p:val>
                                            <p:strVal val="#ppt_h"/>
                                          </p:val>
                                        </p:tav>
                                      </p:tavLst>
                                    </p:anim>
                                    <p:animEffect transition="in" filter="fade">
                                      <p:cBhvr>
                                        <p:cTn id="14" dur="500"/>
                                        <p:tgtEl>
                                          <p:spTgt spid="5"/>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nodeType="clickEffect">
                                  <p:stCondLst>
                                    <p:cond delay="0"/>
                                  </p:stCondLst>
                                  <p:childTnLst>
                                    <p:set>
                                      <p:cBhvr>
                                        <p:cTn id="18" dur="1" fill="hold">
                                          <p:stCondLst>
                                            <p:cond delay="0"/>
                                          </p:stCondLst>
                                        </p:cTn>
                                        <p:tgtEl>
                                          <p:spTgt spid="3">
                                            <p:txEl>
                                              <p:pRg st="0" end="0"/>
                                            </p:txEl>
                                          </p:spTgt>
                                        </p:tgtEl>
                                        <p:attrNameLst>
                                          <p:attrName>style.visibility</p:attrName>
                                        </p:attrNameLst>
                                      </p:cBhvr>
                                      <p:to>
                                        <p:strVal val="visible"/>
                                      </p:to>
                                    </p:set>
                                    <p:animEffect transition="in" filter="wipe(down)">
                                      <p:cBhvr>
                                        <p:cTn id="19" dur="500"/>
                                        <p:tgtEl>
                                          <p:spTgt spid="3">
                                            <p:txEl>
                                              <p:pRg st="0" end="0"/>
                                            </p:txEl>
                                          </p:spTgt>
                                        </p:tgtEl>
                                      </p:cBhvr>
                                    </p:animEffect>
                                  </p:childTnLst>
                                </p:cTn>
                              </p:par>
                              <p:par>
                                <p:cTn id="20" presetID="22" presetClass="entr" presetSubtype="4" fill="hold" nodeType="withEffect">
                                  <p:stCondLst>
                                    <p:cond delay="0"/>
                                  </p:stCondLst>
                                  <p:childTnLst>
                                    <p:set>
                                      <p:cBhvr>
                                        <p:cTn id="21" dur="1" fill="hold">
                                          <p:stCondLst>
                                            <p:cond delay="0"/>
                                          </p:stCondLst>
                                        </p:cTn>
                                        <p:tgtEl>
                                          <p:spTgt spid="3">
                                            <p:txEl>
                                              <p:pRg st="1" end="1"/>
                                            </p:txEl>
                                          </p:spTgt>
                                        </p:tgtEl>
                                        <p:attrNameLst>
                                          <p:attrName>style.visibility</p:attrName>
                                        </p:attrNameLst>
                                      </p:cBhvr>
                                      <p:to>
                                        <p:strVal val="visible"/>
                                      </p:to>
                                    </p:set>
                                    <p:animEffect transition="in" filter="wipe(down)">
                                      <p:cBhvr>
                                        <p:cTn id="22" dur="500"/>
                                        <p:tgtEl>
                                          <p:spTgt spid="3">
                                            <p:txEl>
                                              <p:pRg st="1" end="1"/>
                                            </p:txEl>
                                          </p:spTgt>
                                        </p:tgtEl>
                                      </p:cBhvr>
                                    </p:animEffect>
                                  </p:childTnLst>
                                </p:cTn>
                              </p:par>
                              <p:par>
                                <p:cTn id="23" presetID="22" presetClass="entr" presetSubtype="4" fill="hold" nodeType="with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Effect transition="in" filter="wipe(down)">
                                      <p:cBhvr>
                                        <p:cTn id="25"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76000"/>
            <a:lum/>
          </a:blip>
          <a:srcRect/>
          <a:stretch>
            <a:fillRect/>
          </a:stretch>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992ACF0-A4F3-AA1A-B1F4-C933E656C2AE}"/>
              </a:ext>
            </a:extLst>
          </p:cNvPr>
          <p:cNvSpPr txBox="1"/>
          <p:nvPr/>
        </p:nvSpPr>
        <p:spPr>
          <a:xfrm>
            <a:off x="1925320" y="670560"/>
            <a:ext cx="8341360" cy="830997"/>
          </a:xfrm>
          <a:prstGeom prst="rect">
            <a:avLst/>
          </a:prstGeom>
          <a:noFill/>
        </p:spPr>
        <p:txBody>
          <a:bodyPr wrap="square" rtlCol="0">
            <a:spAutoFit/>
          </a:bodyPr>
          <a:lstStyle/>
          <a:p>
            <a:r>
              <a:rPr lang="en-US" sz="4800" dirty="0">
                <a:highlight>
                  <a:srgbClr val="C0C0C0"/>
                </a:highlight>
                <a:latin typeface="Cooper Black" panose="0208090404030B020404" pitchFamily="18" charset="0"/>
              </a:rPr>
              <a:t>Trajectory Optimization</a:t>
            </a:r>
          </a:p>
        </p:txBody>
      </p:sp>
      <p:pic>
        <p:nvPicPr>
          <p:cNvPr id="5" name="Picture 4">
            <a:extLst>
              <a:ext uri="{FF2B5EF4-FFF2-40B4-BE49-F238E27FC236}">
                <a16:creationId xmlns:a16="http://schemas.microsoft.com/office/drawing/2014/main" id="{0E21AD2C-8D7A-4476-AF76-A077746897F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20870160">
            <a:off x="7541147" y="1752600"/>
            <a:ext cx="4134147" cy="2067074"/>
          </a:xfrm>
          <a:prstGeom prst="rect">
            <a:avLst/>
          </a:prstGeom>
          <a:ln>
            <a:noFill/>
          </a:ln>
          <a:effectLst>
            <a:softEdge rad="112500"/>
          </a:effectLst>
        </p:spPr>
      </p:pic>
      <p:pic>
        <p:nvPicPr>
          <p:cNvPr id="7" name="Picture 6">
            <a:extLst>
              <a:ext uri="{FF2B5EF4-FFF2-40B4-BE49-F238E27FC236}">
                <a16:creationId xmlns:a16="http://schemas.microsoft.com/office/drawing/2014/main" id="{A4257655-03D6-9B90-243D-59713FCED78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20107069">
            <a:off x="261314" y="2254087"/>
            <a:ext cx="4152923" cy="2610223"/>
          </a:xfrm>
          <a:prstGeom prst="rect">
            <a:avLst/>
          </a:prstGeom>
          <a:ln>
            <a:noFill/>
          </a:ln>
          <a:effectLst>
            <a:softEdge rad="112500"/>
          </a:effectLst>
        </p:spPr>
      </p:pic>
      <p:pic>
        <p:nvPicPr>
          <p:cNvPr id="9" name="Picture 8">
            <a:extLst>
              <a:ext uri="{FF2B5EF4-FFF2-40B4-BE49-F238E27FC236}">
                <a16:creationId xmlns:a16="http://schemas.microsoft.com/office/drawing/2014/main" id="{0AD88201-44BB-B3FA-FA5A-9EA7DE9EDB5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161031" y="2230912"/>
            <a:ext cx="1921005" cy="3107955"/>
          </a:xfrm>
          <a:prstGeom prst="rect">
            <a:avLst/>
          </a:prstGeom>
          <a:ln>
            <a:noFill/>
          </a:ln>
          <a:effectLst>
            <a:softEdge rad="112500"/>
          </a:effectLst>
        </p:spPr>
      </p:pic>
    </p:spTree>
    <p:extLst>
      <p:ext uri="{BB962C8B-B14F-4D97-AF65-F5344CB8AC3E}">
        <p14:creationId xmlns:p14="http://schemas.microsoft.com/office/powerpoint/2010/main" val="1126877279"/>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p:cTn id="7" dur="1000" fill="hold"/>
                                        <p:tgtEl>
                                          <p:spTgt spid="2">
                                            <p:txEl>
                                              <p:pRg st="0" end="0"/>
                                            </p:txEl>
                                          </p:spTgt>
                                        </p:tgtEl>
                                        <p:attrNameLst>
                                          <p:attrName>ppt_w</p:attrName>
                                        </p:attrNameLst>
                                      </p:cBhvr>
                                      <p:tavLst>
                                        <p:tav tm="0">
                                          <p:val>
                                            <p:fltVal val="0"/>
                                          </p:val>
                                        </p:tav>
                                        <p:tav tm="100000">
                                          <p:val>
                                            <p:strVal val="#ppt_w"/>
                                          </p:val>
                                        </p:tav>
                                      </p:tavLst>
                                    </p:anim>
                                    <p:anim calcmode="lin" valueType="num">
                                      <p:cBhvr>
                                        <p:cTn id="8" dur="1000" fill="hold"/>
                                        <p:tgtEl>
                                          <p:spTgt spid="2">
                                            <p:txEl>
                                              <p:pRg st="0" end="0"/>
                                            </p:txEl>
                                          </p:spTgt>
                                        </p:tgtEl>
                                        <p:attrNameLst>
                                          <p:attrName>ppt_h</p:attrName>
                                        </p:attrNameLst>
                                      </p:cBhvr>
                                      <p:tavLst>
                                        <p:tav tm="0">
                                          <p:val>
                                            <p:fltVal val="0"/>
                                          </p:val>
                                        </p:tav>
                                        <p:tav tm="100000">
                                          <p:val>
                                            <p:strVal val="#ppt_h"/>
                                          </p:val>
                                        </p:tav>
                                      </p:tavLst>
                                    </p:anim>
                                    <p:anim calcmode="lin" valueType="num">
                                      <p:cBhvr>
                                        <p:cTn id="9" dur="1000" fill="hold"/>
                                        <p:tgtEl>
                                          <p:spTgt spid="2">
                                            <p:txEl>
                                              <p:pRg st="0" end="0"/>
                                            </p:txEl>
                                          </p:spTgt>
                                        </p:tgtEl>
                                        <p:attrNameLst>
                                          <p:attrName>style.rotation</p:attrName>
                                        </p:attrNameLst>
                                      </p:cBhvr>
                                      <p:tavLst>
                                        <p:tav tm="0">
                                          <p:val>
                                            <p:fltVal val="90"/>
                                          </p:val>
                                        </p:tav>
                                        <p:tav tm="100000">
                                          <p:val>
                                            <p:fltVal val="0"/>
                                          </p:val>
                                        </p:tav>
                                      </p:tavLst>
                                    </p:anim>
                                    <p:animEffect transition="in" filter="fade">
                                      <p:cBhvr>
                                        <p:cTn id="10" dur="1000"/>
                                        <p:tgtEl>
                                          <p:spTgt spid="2">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500" fill="hold"/>
                                        <p:tgtEl>
                                          <p:spTgt spid="7"/>
                                        </p:tgtEl>
                                        <p:attrNameLst>
                                          <p:attrName>ppt_x</p:attrName>
                                        </p:attrNameLst>
                                      </p:cBhvr>
                                      <p:tavLst>
                                        <p:tav tm="0">
                                          <p:val>
                                            <p:strVal val="#ppt_x"/>
                                          </p:val>
                                        </p:tav>
                                        <p:tav tm="100000">
                                          <p:val>
                                            <p:strVal val="#ppt_x"/>
                                          </p:val>
                                        </p:tav>
                                      </p:tavLst>
                                    </p:anim>
                                    <p:anim calcmode="lin" valueType="num">
                                      <p:cBhvr additive="base">
                                        <p:cTn id="16"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1000"/>
                                        <p:tgtEl>
                                          <p:spTgt spid="9"/>
                                        </p:tgtEl>
                                      </p:cBhvr>
                                    </p:animEffect>
                                    <p:anim calcmode="lin" valueType="num">
                                      <p:cBhvr>
                                        <p:cTn id="22" dur="1000" fill="hold"/>
                                        <p:tgtEl>
                                          <p:spTgt spid="9"/>
                                        </p:tgtEl>
                                        <p:attrNameLst>
                                          <p:attrName>ppt_x</p:attrName>
                                        </p:attrNameLst>
                                      </p:cBhvr>
                                      <p:tavLst>
                                        <p:tav tm="0">
                                          <p:val>
                                            <p:strVal val="#ppt_x"/>
                                          </p:val>
                                        </p:tav>
                                        <p:tav tm="100000">
                                          <p:val>
                                            <p:strVal val="#ppt_x"/>
                                          </p:val>
                                        </p:tav>
                                      </p:tavLst>
                                    </p:anim>
                                    <p:anim calcmode="lin" valueType="num">
                                      <p:cBhvr>
                                        <p:cTn id="23"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16" presetClass="entr" presetSubtype="21" fill="hold" nodeType="clickEffect">
                                  <p:stCondLst>
                                    <p:cond delay="0"/>
                                  </p:stCondLst>
                                  <p:childTnLst>
                                    <p:set>
                                      <p:cBhvr>
                                        <p:cTn id="27" dur="1" fill="hold">
                                          <p:stCondLst>
                                            <p:cond delay="0"/>
                                          </p:stCondLst>
                                        </p:cTn>
                                        <p:tgtEl>
                                          <p:spTgt spid="5"/>
                                        </p:tgtEl>
                                        <p:attrNameLst>
                                          <p:attrName>style.visibility</p:attrName>
                                        </p:attrNameLst>
                                      </p:cBhvr>
                                      <p:to>
                                        <p:strVal val="visible"/>
                                      </p:to>
                                    </p:set>
                                    <p:animEffect transition="in" filter="barn(inVertical)">
                                      <p:cBhvr>
                                        <p:cTn id="28"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73000"/>
            <a:lum/>
          </a:blip>
          <a:srcRect/>
          <a:stretch>
            <a:fillRect t="-8000" b="-6000"/>
          </a:stretch>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0919B39-1C3E-DCB7-68D6-AE13AC9E2C91}"/>
              </a:ext>
            </a:extLst>
          </p:cNvPr>
          <p:cNvSpPr txBox="1"/>
          <p:nvPr/>
        </p:nvSpPr>
        <p:spPr>
          <a:xfrm>
            <a:off x="889000" y="2654300"/>
            <a:ext cx="11785600" cy="923330"/>
          </a:xfrm>
          <a:prstGeom prst="rect">
            <a:avLst/>
          </a:prstGeom>
          <a:noFill/>
        </p:spPr>
        <p:txBody>
          <a:bodyPr wrap="square" rtlCol="0">
            <a:spAutoFit/>
          </a:bodyPr>
          <a:lstStyle/>
          <a:p>
            <a:r>
              <a:rPr lang="en-US" sz="5400" dirty="0">
                <a:highlight>
                  <a:srgbClr val="00FFFF"/>
                </a:highlight>
                <a:latin typeface="Cooper Black" panose="0208090404030B020404" pitchFamily="18" charset="0"/>
              </a:rPr>
              <a:t>Spacecraft Navigation System</a:t>
            </a:r>
          </a:p>
        </p:txBody>
      </p:sp>
    </p:spTree>
    <p:extLst>
      <p:ext uri="{BB962C8B-B14F-4D97-AF65-F5344CB8AC3E}">
        <p14:creationId xmlns:p14="http://schemas.microsoft.com/office/powerpoint/2010/main" val="2991853230"/>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down)">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00B0F0"/>
            </a:gs>
            <a:gs pos="100000">
              <a:schemeClr val="bg2">
                <a:shade val="80000"/>
              </a:schemeClr>
            </a:gs>
          </a:gsLst>
          <a:path path="circle">
            <a:fillToRect t="100000" r="100000"/>
          </a:path>
          <a:tileRect l="-100000" b="-100000"/>
        </a:gra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85C443D-F22B-8A19-5A37-0BA0BFBB0E29}"/>
              </a:ext>
            </a:extLst>
          </p:cNvPr>
          <p:cNvSpPr txBox="1"/>
          <p:nvPr/>
        </p:nvSpPr>
        <p:spPr>
          <a:xfrm>
            <a:off x="6553200" y="2081074"/>
            <a:ext cx="5257800" cy="1754326"/>
          </a:xfrm>
          <a:prstGeom prst="rect">
            <a:avLst/>
          </a:prstGeom>
          <a:gradFill>
            <a:gsLst>
              <a:gs pos="0">
                <a:srgbClr val="00FFFF"/>
              </a:gs>
              <a:gs pos="100000">
                <a:schemeClr val="bg2">
                  <a:shade val="80000"/>
                </a:schemeClr>
              </a:gs>
            </a:gsLst>
            <a:path path="circle">
              <a:fillToRect l="43000" r="43000" b="100000"/>
            </a:path>
          </a:gradFill>
        </p:spPr>
        <p:txBody>
          <a:bodyPr wrap="square" rtlCol="0">
            <a:spAutoFit/>
          </a:bodyPr>
          <a:lstStyle/>
          <a:p>
            <a:r>
              <a:rPr lang="en-US" sz="5400" dirty="0">
                <a:highlight>
                  <a:srgbClr val="00FFFF"/>
                </a:highlight>
                <a:latin typeface="Cooper Black" panose="0208090404030B020404" pitchFamily="18" charset="0"/>
              </a:rPr>
              <a:t>Mathematical Simulations</a:t>
            </a:r>
          </a:p>
        </p:txBody>
      </p:sp>
      <p:pic>
        <p:nvPicPr>
          <p:cNvPr id="4" name="Picture 3">
            <a:extLst>
              <a:ext uri="{FF2B5EF4-FFF2-40B4-BE49-F238E27FC236}">
                <a16:creationId xmlns:a16="http://schemas.microsoft.com/office/drawing/2014/main" id="{CF1D0791-3A2D-15D7-A051-D6D8BF3CD8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9530" y="939800"/>
            <a:ext cx="4980470" cy="4577574"/>
          </a:xfrm>
          <a:prstGeom prst="rect">
            <a:avLst/>
          </a:prstGeom>
          <a:ln w="2286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2141078175"/>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heel(1)">
                                      <p:cBhvr>
                                        <p:cTn id="7" dur="10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2">
                                            <p:txEl>
                                              <p:pRg st="0" end="0"/>
                                            </p:txEl>
                                          </p:spTgt>
                                        </p:tgtEl>
                                        <p:attrNameLst>
                                          <p:attrName>style.visibility</p:attrName>
                                        </p:attrNameLst>
                                      </p:cBhvr>
                                      <p:to>
                                        <p:strVal val="visible"/>
                                      </p:to>
                                    </p:set>
                                    <p:anim calcmode="lin" valueType="num">
                                      <p:cBhvr additive="base">
                                        <p:cTn id="12"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67000"/>
            <a:lum/>
          </a:blip>
          <a:srcRect/>
          <a:stretch>
            <a:fillRect l="-2000" r="-2000"/>
          </a:stretch>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D233B9C-8714-3A01-DEA7-7EF123143437}"/>
              </a:ext>
            </a:extLst>
          </p:cNvPr>
          <p:cNvSpPr txBox="1"/>
          <p:nvPr/>
        </p:nvSpPr>
        <p:spPr>
          <a:xfrm>
            <a:off x="419100" y="1358900"/>
            <a:ext cx="11353800" cy="1569660"/>
          </a:xfrm>
          <a:prstGeom prst="rect">
            <a:avLst/>
          </a:prstGeom>
          <a:noFill/>
        </p:spPr>
        <p:txBody>
          <a:bodyPr wrap="square" rtlCol="0">
            <a:spAutoFit/>
          </a:bodyPr>
          <a:lstStyle/>
          <a:p>
            <a:r>
              <a:rPr lang="en-US" sz="4800" dirty="0">
                <a:highlight>
                  <a:srgbClr val="C0C0C0"/>
                </a:highlight>
                <a:latin typeface="Cooper Black" panose="0208090404030B020404" pitchFamily="18" charset="0"/>
              </a:rPr>
              <a:t>Mathematics is the foundation of all space exploration systems</a:t>
            </a:r>
          </a:p>
        </p:txBody>
      </p:sp>
    </p:spTree>
    <p:extLst>
      <p:ext uri="{BB962C8B-B14F-4D97-AF65-F5344CB8AC3E}">
        <p14:creationId xmlns:p14="http://schemas.microsoft.com/office/powerpoint/2010/main" val="131692695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circle(in)">
                                      <p:cBhvr>
                                        <p:cTn id="7" dur="20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BCCD679-EF86-FC6D-7D10-1E9F45D319C3}"/>
              </a:ext>
            </a:extLst>
          </p:cNvPr>
          <p:cNvSpPr txBox="1"/>
          <p:nvPr/>
        </p:nvSpPr>
        <p:spPr>
          <a:xfrm>
            <a:off x="4511040" y="1137920"/>
            <a:ext cx="3352800" cy="769441"/>
          </a:xfrm>
          <a:prstGeom prst="rect">
            <a:avLst/>
          </a:prstGeom>
          <a:noFill/>
        </p:spPr>
        <p:txBody>
          <a:bodyPr wrap="square" rtlCol="0">
            <a:spAutoFit/>
          </a:bodyPr>
          <a:lstStyle/>
          <a:p>
            <a:r>
              <a:rPr lang="en-US" sz="4400" b="1" dirty="0">
                <a:highlight>
                  <a:srgbClr val="00FFFF"/>
                </a:highlight>
                <a:latin typeface="Arial Rounded MT Bold" panose="020F0704030504030204" pitchFamily="34" charset="0"/>
              </a:rPr>
              <a:t>Conclusion</a:t>
            </a:r>
            <a:endParaRPr lang="en-US" b="1" dirty="0">
              <a:highlight>
                <a:srgbClr val="00FFFF"/>
              </a:highlight>
              <a:latin typeface="Arial Rounded MT Bold" panose="020F0704030504030204" pitchFamily="34" charset="0"/>
            </a:endParaRPr>
          </a:p>
        </p:txBody>
      </p:sp>
      <p:sp>
        <p:nvSpPr>
          <p:cNvPr id="3" name="TextBox 2">
            <a:extLst>
              <a:ext uri="{FF2B5EF4-FFF2-40B4-BE49-F238E27FC236}">
                <a16:creationId xmlns:a16="http://schemas.microsoft.com/office/drawing/2014/main" id="{84C7E0B0-AF90-FC76-CF33-500B61D9AA70}"/>
              </a:ext>
            </a:extLst>
          </p:cNvPr>
          <p:cNvSpPr txBox="1"/>
          <p:nvPr/>
        </p:nvSpPr>
        <p:spPr>
          <a:xfrm>
            <a:off x="2164080" y="2767280"/>
            <a:ext cx="8585200" cy="1938992"/>
          </a:xfrm>
          <a:prstGeom prst="rect">
            <a:avLst/>
          </a:prstGeom>
          <a:noFill/>
        </p:spPr>
        <p:txBody>
          <a:bodyPr wrap="square" rtlCol="0">
            <a:spAutoFit/>
          </a:bodyPr>
          <a:lstStyle/>
          <a:p>
            <a:r>
              <a:rPr lang="en-US" sz="4000" dirty="0">
                <a:solidFill>
                  <a:schemeClr val="accent4">
                    <a:lumMod val="60000"/>
                    <a:lumOff val="40000"/>
                  </a:schemeClr>
                </a:solidFill>
                <a:latin typeface="Arial Rounded MT Bold" panose="020F0704030504030204" pitchFamily="34" charset="0"/>
              </a:rPr>
              <a:t>Without Mathematics, modern Space Exploration would not be possible.</a:t>
            </a:r>
            <a:endParaRPr lang="en-US" dirty="0">
              <a:solidFill>
                <a:schemeClr val="accent4">
                  <a:lumMod val="60000"/>
                  <a:lumOff val="40000"/>
                </a:schemeClr>
              </a:solidFill>
              <a:latin typeface="Arial Rounded MT Bold" panose="020F0704030504030204" pitchFamily="34" charset="0"/>
            </a:endParaRPr>
          </a:p>
        </p:txBody>
      </p:sp>
    </p:spTree>
    <p:extLst>
      <p:ext uri="{BB962C8B-B14F-4D97-AF65-F5344CB8AC3E}">
        <p14:creationId xmlns:p14="http://schemas.microsoft.com/office/powerpoint/2010/main" val="1617688151"/>
      </p:ext>
    </p:extLst>
  </p:cSld>
  <p:clrMapOvr>
    <a:masterClrMapping/>
  </p:clrMapOvr>
  <mc:AlternateContent xmlns:mc="http://schemas.openxmlformats.org/markup-compatibility/2006">
    <mc:Choice xmlns:p14="http://schemas.microsoft.com/office/powerpoint/2010/main" Requires="p14">
      <p:transition spd="slow" p14:dur="1600">
        <p14:conveyor dir="l"/>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115</TotalTime>
  <Words>76</Words>
  <Application>Microsoft Office PowerPoint</Application>
  <PresentationFormat>Widescreen</PresentationFormat>
  <Paragraphs>12</Paragraphs>
  <Slides>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vt:i4>
      </vt:variant>
    </vt:vector>
  </HeadingPairs>
  <TitlesOfParts>
    <vt:vector size="14" baseType="lpstr">
      <vt:lpstr>Arial</vt:lpstr>
      <vt:lpstr>Arial Black</vt:lpstr>
      <vt:lpstr>Arial Rounded MT Bold</vt:lpstr>
      <vt:lpstr>Calibri</vt:lpstr>
      <vt:lpstr>Calibri Light</vt:lpstr>
      <vt:lpstr>Cooper Black</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sania yaqub</dc:creator>
  <cp:lastModifiedBy>sania yaqub</cp:lastModifiedBy>
  <cp:revision>5</cp:revision>
  <dcterms:created xsi:type="dcterms:W3CDTF">2026-05-09T16:49:34Z</dcterms:created>
  <dcterms:modified xsi:type="dcterms:W3CDTF">2026-05-10T16:49:29Z</dcterms:modified>
</cp:coreProperties>
</file>